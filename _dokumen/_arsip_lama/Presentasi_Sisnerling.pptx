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137160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SISTEM INFORMASI &amp; PENGOLAHAN DATA TERPUSAT</a:t>
            </a:r>
          </a:p>
          <a:p>
            <a:pPr>
              <a:spcAft>
                <a:spcPts val="1000"/>
              </a:spcAft>
              <a:defRPr sz="5400" b="1">
                <a:solidFill>
                  <a:srgbClr val="FFFFFF"/>
                </a:solidFill>
              </a:defRPr>
            </a:pPr>
            <a:r>
              <a:t>SISNERLING</a:t>
            </a:r>
          </a:p>
          <a:p>
            <a:pPr>
              <a:spcAft>
                <a:spcPts val="2000"/>
              </a:spcAft>
              <a:defRPr sz="2200">
                <a:solidFill>
                  <a:srgbClr val="E2E8F0"/>
                </a:solidFill>
              </a:defRPr>
            </a:pPr>
            <a:r>
              <a:t>Sistem Pengolahan Neraca Lingkungan Hidup &amp; Kehutanan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Platform Web Kolaboratif Real-Time, Engine Formulasi Otomatis (DAG Rule),</a:t>
            </a:r>
            <a:br/>
            <a:r>
              <a:t>Integrasi Kamus Variabel, dan Tata Kelola Peran Berjenjang.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SISNERLING — PRESENTASI PROJEK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Latar Belakang &amp; Permasalahan yang Dihadapi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TANTANGAN 01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Ketergantungan Formula Excel Rapuh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Penyusunan neraca mengandalkan puluhan file Excel besar dengan ratusan sheet tersembunyi. Rumus antar-file sering kali rusak, error (#REF!), atau tidak tersinkronisasi saat file dipindahkan.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TANTANGAN 02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Risiko Human-Error &amp; Penumpukan Versi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Input manual berulang dan proses copy-paste rawan kesalahan data. Terjadi penumpukan versi file (v1, v2_final, revisi_final) tanpa mekanisme pelacakan perubahan yang teratur.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TANTANGAN 03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Ketiadaan Hak Akses &amp; Pembagian Tugas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Semua pihak memegang file yang sama. Tidak ada sistem yang membatasi hak akses mana pengguna yang bertugas input tabel tertentu vs yang berhak mengubah formula atau audit.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SISNERLING — PRESENTASI PROJEK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Solusi Terintegrasi Sisnerling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</a:defRPr>
            </a:pPr>
            <a:r>
              <a:t>01. Web Platform Terpusat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Satu pintu akses berbasis web tanpa ketergantungan desktop Excel, data tersimpan terpusat di basis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</a:defRPr>
            </a:pPr>
            <a:r>
              <a:t>02. Rule Engine Otomatis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Formulasi ditangani oleh sistem (DAG &amp; Topological Sort). Variabel terhitung otomatis tanpa formula per-sel manual.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</a:defRPr>
            </a:pPr>
            <a:r>
              <a:t>03. Real-Time Collaboration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Kolaborasi mirip Google Sheets dengan WebSocket: indikator kehadiran, sync kursor, dan proteksi cell locking.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</a:defRPr>
            </a:pPr>
            <a:r>
              <a:t>04. Katalog &amp; Kamus Variabel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Standardisasi ~1.990+ variabel secara terstruktur: memisahkan data input manual, formulasi, dan data acuan luar.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SISNERLING — PRESENTASI PROJEK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Arsitektur Sistem &amp; Tumpukan Teknologi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Frontend Application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</a:defRPr>
            </a:pPr>
            <a:r>
              <a:t>React + Vite (SPA)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Vanilla CSS modern &amp; performan tinggi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Spreadsheet Grid Component interaktif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Visualisasi Dashboard &amp; Filter Dinamis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Koneksi WebSocket real-time terpadu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Backend Services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</a:defRPr>
            </a:pPr>
            <a:r>
              <a:t>Node.js + Express.js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RESTful API modular &amp; terdokumentasi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Spreadsheet Calculation Engine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Mekanisme Autentikasi JWT &amp; Audit Log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Import/Export Excel Processor (.xlsx)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Basis Data &amp; Komunikasi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</a:defRPr>
            </a:pPr>
            <a:r>
              <a:t>MySQL + WebSocket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Skema Long-Format + Tabel Metadata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Transaksi ACID &amp; Integritas Relasional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Broadcasting kolaborasi sub-detik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Mekanisme Lock Cell otomatis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SISNERLING — PRESENTASI PROJEK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Pendekatan Dual-Layer: Logika vs Representasi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1. LAPISAN LOGIS (Data Truth)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Skema Generic Long-Format: nilai_variabel(variabel, tahun, periode).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Menghindari pembuatan puluhan tabel kaku (tahan perubahan format masa depan).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Aturan bisnis disimpan terpusat dalam Rule Engine (DAG keterkaitan rumus).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Evaluasi transisi nilai secara otomatis berurutan (Topological Sort).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563EB"/>
                </a:solidFill>
              </a:defRPr>
            </a:pPr>
            <a:r>
              <a:t>2. LAPISAN VISUAL (Spreadsheet Grid)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Mempertahankan pengalaman tampilan seperti Microsoft Excel.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Mendukung format visual per-sel (merge cell, warna kategori, angka, tanggal).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Memudahkan transisi adaptasi bagi staf operasional tanpa perlu kurva belajar baru.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Dapat langsung diunduh kembali menjadi format laporan baku resmi.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SISNERLING — PRESENTASI PROJEK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 Neraca Sumber Daya Alam (Hutan &amp; Timber)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Neraca Fisik (Volume &amp; Luas)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Mencatat saldo awal tegakan kayu (m³) dan tutupan lahan (Ha), penambahan alami &amp; reboisasi, serta pengurangan deplesi akibat penebangan dan kebakaran hutan.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7452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Neraca Moneter (Nilai Rupiah)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Menghitung valuasi ekonomi total, sewa ekonomi sumber daya (resource rent), biaya per unit, dan nilai deplesi moneter per tahun.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7452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Pengelompokan Wilayah / Jenis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Segmentasi data komprehensif mencakup Jati Jawa, Rimba Jawa, Rimba Luar Jawa, hingga agregasi nasional Indonesia.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87452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Integrasi Parameter Makro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Menghubungkan data lintas instansi: statistik BPS, survei KLHK, data operasional Perhutani, dan harga acuan pasar komoditas.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SISNERLING — PRESENTASI PROJEK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Tata Kelola Akses Pengguna Berjenjang (RBAC)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E2E8F0"/>
                </a:solidFill>
              </a:defRPr>
            </a:pPr>
            <a:r>
              <a:t>User (Viewer / Auditor)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Melihat seluruh data neraca &amp; laporan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Akses dashboard visualisasi &amp; tren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Mode Hanya-Lihat (Read-Only) aman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Mencegah resiko perubahan tak sengaja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2563EB"/>
                </a:solidFill>
              </a:defRPr>
            </a:pPr>
            <a:r>
              <a:t>Admin (Operator / Editor)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Akses input dan update data neraca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Dibatasi HANYA pada tabel yang ditugaskan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Menjamin akurasi entri sesuai kewenangan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Kolaborasi real-time pada sheet penugasan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0B981"/>
                </a:solidFill>
              </a:defRPr>
            </a:pPr>
            <a:r>
              <a:t>Super Admin (System Owner)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Kendali penuh seluruh fitur &amp; sheet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Import Excel, konfigurasi akun &amp; perizinan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Pengaturan Maintenance Mode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Manajemen Backup &amp; Restore basis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SISNERLING — PRESENTASI PROJEK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Kesimpulan &amp; Dampak Nilai Bisnis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0B981"/>
                </a:solidFill>
              </a:defRPr>
            </a:pPr>
            <a:r>
              <a:t>Efisiensi 80%+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Memangkas proses rekonsiliasi manual dan penyesuaian rumus Excel dari berminggu-minggu menjadi instan.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0B981"/>
                </a:solidFill>
              </a:defRPr>
            </a:pPr>
            <a:r>
              <a:t>Konsistensi Standar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Rumus terpusat di rule engine, meniadakan selisih hitung antar seksi atau versi file yang berbeda.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0B981"/>
                </a:solidFill>
              </a:defRPr>
            </a:pPr>
            <a:r>
              <a:t>Transparansi &amp; Audit Trail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Setiap input dan riwayat pengeditan terlacak lengkap untuk keperluan audit keandalan data statistik.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0B981"/>
                </a:solidFill>
              </a:defRPr>
            </a:pPr>
            <a:r>
              <a:t>Skalabilitas Masa Depan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Skema siap dikembangkan untuk komoditas lingkungan lain (Mineral, Energi, Air) tanpa merombak sistem.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